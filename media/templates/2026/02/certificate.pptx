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0680700" cy="7594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64494" y="1099673"/>
            <a:ext cx="9963623" cy="3031675"/>
          </a:xfrm>
          <a:prstGeom prst="rect">
            <a:avLst/>
          </a:prstGeom>
        </p:spPr>
        <p:txBody>
          <a:bodyPr anchor="b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64484" y="4185763"/>
            <a:ext cx="9963622" cy="117082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6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6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6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6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64484" y="3176622"/>
            <a:ext cx="9963622" cy="1243177"/>
          </a:xfrm>
          <a:prstGeom prst="rect">
            <a:avLst/>
          </a:prstGeom>
        </p:spPr>
        <p:txBody>
          <a:bodyPr anchor="ctr"/>
          <a:lstStyle>
            <a:lvl1pPr algn="ctr">
              <a:defRPr sz="33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64481" y="1702109"/>
            <a:ext cx="4677018" cy="5045653"/>
          </a:xfrm>
          <a:prstGeom prst="rect">
            <a:avLst/>
          </a:prstGeom>
        </p:spPr>
        <p:txBody>
          <a:bodyPr/>
          <a:lstStyle>
            <a:lvl1pPr indent="-298290">
              <a:buSzPts val="1300"/>
              <a:defRPr sz="1300"/>
            </a:lvl1pPr>
            <a:lvl2pPr marL="911144" indent="-338425">
              <a:buSzPts val="1300"/>
              <a:defRPr sz="1300"/>
            </a:lvl2pPr>
            <a:lvl3pPr marL="1340683" indent="-338425">
              <a:buSzPts val="1300"/>
              <a:defRPr sz="1300"/>
            </a:lvl3pPr>
            <a:lvl4pPr marL="1770223" indent="-338425">
              <a:buSzPts val="1300"/>
              <a:defRPr sz="1300"/>
            </a:lvl4pPr>
            <a:lvl5pPr marL="2199762" indent="-338425">
              <a:buSzPts val="1300"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5650708" y="1702108"/>
            <a:ext cx="4677017" cy="5045655"/>
          </a:xfrm>
          <a:prstGeom prst="rect">
            <a:avLst/>
          </a:prstGeom>
        </p:spPr>
        <p:txBody>
          <a:bodyPr/>
          <a:lstStyle/>
          <a:p>
            <a:pPr indent="-298290">
              <a:buSzPts val="1300"/>
              <a:defRPr sz="13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64484" y="820574"/>
            <a:ext cx="3283621" cy="1116267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64484" y="2052322"/>
            <a:ext cx="3283621" cy="4695672"/>
          </a:xfrm>
          <a:prstGeom prst="rect">
            <a:avLst/>
          </a:prstGeom>
        </p:spPr>
        <p:txBody>
          <a:bodyPr/>
          <a:lstStyle>
            <a:lvl1pPr indent="-286359">
              <a:buSzPts val="1100"/>
              <a:defRPr sz="1100"/>
            </a:lvl1pPr>
            <a:lvl2pPr marL="859078" indent="-286359">
              <a:buSzPts val="1100"/>
              <a:defRPr sz="1100"/>
            </a:lvl2pPr>
            <a:lvl3pPr marL="1288617" indent="-286359">
              <a:buSzPts val="1100"/>
              <a:defRPr sz="1100"/>
            </a:lvl3pPr>
            <a:lvl4pPr marL="1718157" indent="-286360">
              <a:buSzPts val="1100"/>
              <a:defRPr sz="1100"/>
            </a:lvl4pPr>
            <a:lvl5pPr marL="2147697" indent="-286360">
              <a:buSzPts val="1100"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73268" y="664833"/>
            <a:ext cx="7445987" cy="6041944"/>
          </a:xfrm>
          <a:prstGeom prst="rect">
            <a:avLst/>
          </a:prstGeom>
        </p:spPr>
        <p:txBody>
          <a:bodyPr anchor="ctr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5346215" y="-186"/>
            <a:ext cx="5346215" cy="7596517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300"/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310459" y="1821295"/>
            <a:ext cx="4730172" cy="2189123"/>
          </a:xfrm>
          <a:prstGeom prst="rect">
            <a:avLst/>
          </a:prstGeom>
        </p:spPr>
        <p:txBody>
          <a:bodyPr anchor="b"/>
          <a:lstStyle>
            <a:lvl1pPr algn="ctr">
              <a:defRPr sz="39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310459" y="4139903"/>
            <a:ext cx="4730172" cy="182406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19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19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19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19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19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5775947" y="1069396"/>
            <a:ext cx="4486519" cy="5457133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64483" y="6248201"/>
            <a:ext cx="7014603" cy="893797"/>
          </a:xfrm>
          <a:prstGeom prst="rect">
            <a:avLst/>
          </a:prstGeom>
        </p:spPr>
        <p:txBody>
          <a:bodyPr anchor="ctr"/>
          <a:lstStyle>
            <a:lvl1pPr marL="214770" indent="-1">
              <a:lnSpc>
                <a:spcPct val="100000"/>
              </a:lnSpc>
              <a:buClrTx/>
              <a:buSzTx/>
              <a:buFontTx/>
              <a:buNone/>
            </a:lvl1pPr>
            <a:lvl2pPr marL="1036515" indent="-439615">
              <a:lnSpc>
                <a:spcPct val="100000"/>
              </a:lnSpc>
              <a:buClrTx/>
              <a:buFontTx/>
            </a:lvl2pPr>
            <a:lvl3pPr marL="1493715" indent="-439615">
              <a:lnSpc>
                <a:spcPct val="100000"/>
              </a:lnSpc>
              <a:buClrTx/>
              <a:buFontTx/>
            </a:lvl3pPr>
            <a:lvl4pPr marL="1950915" indent="-439615">
              <a:lnSpc>
                <a:spcPct val="100000"/>
              </a:lnSpc>
              <a:buClrTx/>
              <a:buFontTx/>
            </a:lvl4pPr>
            <a:lvl5pPr marL="2408115" indent="-439615"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64484" y="1633653"/>
            <a:ext cx="9963622" cy="2899941"/>
          </a:xfrm>
          <a:prstGeom prst="rect">
            <a:avLst/>
          </a:prstGeom>
        </p:spPr>
        <p:txBody>
          <a:bodyPr anchor="b"/>
          <a:lstStyle>
            <a:lvl1pPr algn="ctr">
              <a:defRPr sz="112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64484" y="4655570"/>
            <a:ext cx="9963622" cy="1921135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64484" y="657263"/>
            <a:ext cx="9963622" cy="845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64484" y="1702109"/>
            <a:ext cx="9963622" cy="504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9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29538" marR="0" indent="-32215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973806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0334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83288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262424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69196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12150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55104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398058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0691812" cy="759618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6;p13"/>
          <p:cNvSpPr txBox="1"/>
          <p:nvPr/>
        </p:nvSpPr>
        <p:spPr>
          <a:xfrm>
            <a:off x="543825" y="3000447"/>
            <a:ext cx="9630890" cy="102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/>
          <a:p>
            <a:pPr algn="ctr">
              <a:defRPr sz="1500">
                <a:solidFill>
                  <a:srgbClr val="253675"/>
                </a:solidFill>
              </a:defRPr>
            </a:pPr>
            <a:r>
              <a:t>ftext</a:t>
            </a:r>
          </a:p>
          <a:p>
            <a:pPr algn="ctr">
              <a:defRPr b="1" sz="1500">
                <a:solidFill>
                  <a:srgbClr val="253675"/>
                </a:solidFill>
              </a:defRPr>
            </a:pPr>
            <a:r>
              <a:t>fschool</a:t>
            </a:r>
          </a:p>
          <a:p>
            <a:pPr algn="ctr">
              <a:defRPr b="1" sz="1500">
                <a:solidFill>
                  <a:srgbClr val="253675"/>
                </a:solidFill>
              </a:defRPr>
            </a:pPr>
            <a:r>
              <a:t>fclass</a:t>
            </a:r>
          </a:p>
          <a:p>
            <a:pPr algn="ctr">
              <a:defRPr b="1" sz="1500">
                <a:solidFill>
                  <a:srgbClr val="253675"/>
                </a:solidFill>
              </a:defRPr>
            </a:pPr>
            <a:r>
              <a:t>fname</a:t>
            </a:r>
          </a:p>
        </p:txBody>
      </p:sp>
      <p:pic>
        <p:nvPicPr>
          <p:cNvPr id="111" name="Google Shape;58;p13" descr="Google Shape;58;p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5940" y="5783560"/>
            <a:ext cx="1070517" cy="1032982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Google Shape;59;p13"/>
          <p:cNvSpPr txBox="1"/>
          <p:nvPr/>
        </p:nvSpPr>
        <p:spPr>
          <a:xfrm>
            <a:off x="558722" y="6743262"/>
            <a:ext cx="3087004" cy="356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1300"/>
            </a:lvl1pPr>
          </a:lstStyle>
          <a:p>
            <a:pPr/>
            <a:r>
              <a:t>fid</a:t>
            </a:r>
          </a:p>
        </p:txBody>
      </p:sp>
      <p:sp>
        <p:nvSpPr>
          <p:cNvPr id="113" name="TextBox 3"/>
          <p:cNvSpPr txBox="1"/>
          <p:nvPr/>
        </p:nvSpPr>
        <p:spPr>
          <a:xfrm>
            <a:off x="598146" y="1991336"/>
            <a:ext cx="9522249" cy="89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pc="564" sz="5600">
                <a:solidFill>
                  <a:srgbClr val="15529F"/>
                </a:solidFill>
              </a:defRPr>
            </a:lvl1pPr>
          </a:lstStyle>
          <a:p>
            <a:pPr/>
            <a:r>
              <a:t>СЕРТИФИКАТ</a:t>
            </a:r>
          </a:p>
        </p:txBody>
      </p:sp>
      <p:sp>
        <p:nvSpPr>
          <p:cNvPr id="114" name="TextBox 5"/>
          <p:cNvSpPr txBox="1"/>
          <p:nvPr/>
        </p:nvSpPr>
        <p:spPr>
          <a:xfrm>
            <a:off x="4024115" y="4145038"/>
            <a:ext cx="267031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800">
                <a:solidFill>
                  <a:srgbClr val="253675"/>
                </a:solidFill>
              </a:defRPr>
            </a:lvl1pPr>
          </a:lstStyle>
          <a:p>
            <a:pPr/>
            <a:r>
              <a:t>қатысқанын растайды</a:t>
            </a:r>
          </a:p>
        </p:txBody>
      </p:sp>
      <p:sp>
        <p:nvSpPr>
          <p:cNvPr id="115" name="fqr"/>
          <p:cNvSpPr txBox="1"/>
          <p:nvPr/>
        </p:nvSpPr>
        <p:spPr>
          <a:xfrm>
            <a:off x="965383" y="6155639"/>
            <a:ext cx="31163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fqr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