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2"/>
            <a:ext cx="9963623" cy="3031677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3" cy="1170830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1"/>
            <a:ext cx="9963623" cy="1243179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0" y="1702109"/>
            <a:ext cx="4677020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3" indent="-338424">
              <a:buSzPts val="1300"/>
              <a:defRPr sz="1300"/>
            </a:lvl2pPr>
            <a:lvl3pPr marL="1340682" indent="-338424">
              <a:buSzPts val="1300"/>
              <a:defRPr sz="1300"/>
            </a:lvl3pPr>
            <a:lvl4pPr marL="1770222" indent="-338424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8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marL="429538" indent="-286359">
              <a:buSzPts val="1100"/>
              <a:defRPr sz="1100"/>
            </a:lvl1pPr>
            <a:lvl2pPr marL="859077" indent="-286358">
              <a:buSzPts val="1100"/>
              <a:defRPr sz="1100"/>
            </a:lvl2pPr>
            <a:lvl3pPr marL="1288616" indent="-286358">
              <a:buSzPts val="1100"/>
              <a:defRPr sz="1100"/>
            </a:lvl3pPr>
            <a:lvl4pPr marL="1718156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8" cy="6041945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6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300"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3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3" cy="1824070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6" y="1069395"/>
            <a:ext cx="4486521" cy="5457135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8"/>
          </a:xfrm>
          <a:prstGeom prst="rect">
            <a:avLst/>
          </a:prstGeom>
        </p:spPr>
        <p:txBody>
          <a:bodyPr anchor="ctr"/>
          <a:lstStyle>
            <a:lvl1pPr marL="0" indent="214768">
              <a:lnSpc>
                <a:spcPct val="100000"/>
              </a:lnSpc>
              <a:buClrTx/>
              <a:buSzTx/>
              <a:buFontTx/>
              <a:buNone/>
            </a:lvl1pPr>
            <a:lvl2pPr marL="1036515" indent="-439614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2"/>
            <a:ext cx="9963623" cy="2899943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3" cy="1921136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2"/>
            <a:ext cx="9963623" cy="845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3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30" y="7024719"/>
            <a:ext cx="322685" cy="306110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 fontScale="100000" lnSpcReduction="0"/>
          </a:bodyPr>
          <a:lstStyle>
            <a:lvl1pPr algn="r">
              <a:defRPr sz="900">
                <a:solidFill>
                  <a:srgbClr val="58585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29537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1pPr>
      <a:lvl2pPr marL="97380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2pPr>
      <a:lvl3pPr marL="140334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4pPr>
      <a:lvl5pPr marL="226242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8pPr>
      <a:lvl9pPr marL="3980581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9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6;p13"/>
          <p:cNvSpPr txBox="1"/>
          <p:nvPr/>
        </p:nvSpPr>
        <p:spPr>
          <a:xfrm>
            <a:off x="543825" y="3000447"/>
            <a:ext cx="9630890" cy="1029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/>
          <a:p>
            <a:pPr algn="ctr">
              <a:defRPr sz="1500">
                <a:solidFill>
                  <a:srgbClr val="253675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ftext</a:t>
            </a:r>
          </a:p>
          <a:p>
            <a:pPr algn="ctr">
              <a:defRPr b="1" sz="1500">
                <a:solidFill>
                  <a:srgbClr val="253675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fschool</a:t>
            </a:r>
          </a:p>
          <a:p>
            <a:pPr algn="ctr">
              <a:defRPr b="1" sz="1500">
                <a:solidFill>
                  <a:srgbClr val="253675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fclass</a:t>
            </a:r>
          </a:p>
          <a:p>
            <a:pPr algn="ctr">
              <a:defRPr b="1" sz="1500">
                <a:solidFill>
                  <a:srgbClr val="253675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fname</a:t>
            </a:r>
          </a:p>
        </p:txBody>
      </p:sp>
      <p:pic>
        <p:nvPicPr>
          <p:cNvPr id="111" name="Google Shape;58;p13" descr="Google Shape;58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5940" y="5783560"/>
            <a:ext cx="1070518" cy="1032983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Google Shape;59;p13"/>
          <p:cNvSpPr txBox="1"/>
          <p:nvPr/>
        </p:nvSpPr>
        <p:spPr>
          <a:xfrm>
            <a:off x="558721" y="6743262"/>
            <a:ext cx="3087006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fid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598145" y="1991336"/>
            <a:ext cx="9522251" cy="89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4" name="TextBox 5"/>
          <p:cNvSpPr txBox="1"/>
          <p:nvPr/>
        </p:nvSpPr>
        <p:spPr>
          <a:xfrm>
            <a:off x="4024114" y="4145039"/>
            <a:ext cx="2670308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800">
                <a:solidFill>
                  <a:srgbClr val="253675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5" name="fqr"/>
          <p:cNvSpPr txBox="1"/>
          <p:nvPr/>
        </p:nvSpPr>
        <p:spPr>
          <a:xfrm>
            <a:off x="587453" y="5791585"/>
            <a:ext cx="1067491" cy="101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5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fqr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