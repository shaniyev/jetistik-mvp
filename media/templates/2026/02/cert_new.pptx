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10680700" cy="7594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4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8FB"/>
          </a:solidFill>
        </a:fill>
      </a:tcStyle>
    </a:wholeTbl>
    <a:band2H>
      <a:tcTxStyle b="def" i="def"/>
      <a:tcStyle>
        <a:tcBdr/>
        <a:fill>
          <a:solidFill>
            <a:srgbClr val="E8EDFD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 b="def" i="def"/>
      <a:tcStyle>
        <a:tcBdr/>
        <a:fill>
          <a:solidFill>
            <a:srgbClr val="EBEEE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 b="def" i="def"/>
      <a:tcStyle>
        <a:tcBdr/>
        <a:fill>
          <a:solidFill>
            <a:srgbClr val="FCFF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7" name="Shape 1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Arial"/>
      </a:defRPr>
    </a:lvl1pPr>
    <a:lvl2pPr indent="228600" latinLnBrk="0">
      <a:defRPr sz="1400">
        <a:latin typeface="+mj-lt"/>
        <a:ea typeface="+mj-ea"/>
        <a:cs typeface="+mj-cs"/>
        <a:sym typeface="Arial"/>
      </a:defRPr>
    </a:lvl2pPr>
    <a:lvl3pPr indent="457200" latinLnBrk="0">
      <a:defRPr sz="1400">
        <a:latin typeface="+mj-lt"/>
        <a:ea typeface="+mj-ea"/>
        <a:cs typeface="+mj-cs"/>
        <a:sym typeface="Arial"/>
      </a:defRPr>
    </a:lvl3pPr>
    <a:lvl4pPr indent="685800" latinLnBrk="0">
      <a:defRPr sz="1400">
        <a:latin typeface="+mj-lt"/>
        <a:ea typeface="+mj-ea"/>
        <a:cs typeface="+mj-cs"/>
        <a:sym typeface="Arial"/>
      </a:defRPr>
    </a:lvl4pPr>
    <a:lvl5pPr indent="914400" latinLnBrk="0">
      <a:defRPr sz="1400">
        <a:latin typeface="+mj-lt"/>
        <a:ea typeface="+mj-ea"/>
        <a:cs typeface="+mj-cs"/>
        <a:sym typeface="Arial"/>
      </a:defRPr>
    </a:lvl5pPr>
    <a:lvl6pPr indent="1143000" latinLnBrk="0">
      <a:defRPr sz="1400">
        <a:latin typeface="+mj-lt"/>
        <a:ea typeface="+mj-ea"/>
        <a:cs typeface="+mj-cs"/>
        <a:sym typeface="Arial"/>
      </a:defRPr>
    </a:lvl6pPr>
    <a:lvl7pPr indent="1371600" latinLnBrk="0">
      <a:defRPr sz="1400">
        <a:latin typeface="+mj-lt"/>
        <a:ea typeface="+mj-ea"/>
        <a:cs typeface="+mj-cs"/>
        <a:sym typeface="Arial"/>
      </a:defRPr>
    </a:lvl7pPr>
    <a:lvl8pPr indent="1600200" latinLnBrk="0">
      <a:defRPr sz="1400">
        <a:latin typeface="+mj-lt"/>
        <a:ea typeface="+mj-ea"/>
        <a:cs typeface="+mj-cs"/>
        <a:sym typeface="Arial"/>
      </a:defRPr>
    </a:lvl8pPr>
    <a:lvl9pPr indent="1828800" latinLnBrk="0">
      <a:defRPr sz="1400">
        <a:latin typeface="+mj-lt"/>
        <a:ea typeface="+mj-ea"/>
        <a:cs typeface="+mj-cs"/>
        <a:sym typeface="Arial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64494" y="1099673"/>
            <a:ext cx="9963623" cy="3031675"/>
          </a:xfrm>
          <a:prstGeom prst="rect">
            <a:avLst/>
          </a:prstGeom>
        </p:spPr>
        <p:txBody>
          <a:bodyPr anchor="b"/>
          <a:lstStyle>
            <a:lvl1pPr algn="ctr"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64484" y="4185763"/>
            <a:ext cx="9963622" cy="117082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6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6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6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6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364484" y="3176622"/>
            <a:ext cx="9963622" cy="1243177"/>
          </a:xfrm>
          <a:prstGeom prst="rect">
            <a:avLst/>
          </a:prstGeom>
        </p:spPr>
        <p:txBody>
          <a:bodyPr anchor="ctr"/>
          <a:lstStyle>
            <a:lvl1pPr algn="ctr">
              <a:defRPr sz="3300"/>
            </a:lvl1pPr>
          </a:lstStyle>
          <a:p>
            <a:pPr/>
            <a:r>
              <a:t>Title Text</a:t>
            </a:r>
          </a:p>
        </p:txBody>
      </p:sp>
      <p:sp>
        <p:nvSpPr>
          <p:cNvPr id="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9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" name="Body Level One…"/>
          <p:cNvSpPr txBox="1"/>
          <p:nvPr>
            <p:ph type="body" sz="half" idx="1"/>
          </p:nvPr>
        </p:nvSpPr>
        <p:spPr>
          <a:xfrm>
            <a:off x="364481" y="1702109"/>
            <a:ext cx="4677018" cy="5045653"/>
          </a:xfrm>
          <a:prstGeom prst="rect">
            <a:avLst/>
          </a:prstGeom>
        </p:spPr>
        <p:txBody>
          <a:bodyPr/>
          <a:lstStyle>
            <a:lvl1pPr indent="-298290">
              <a:buSzPts val="1300"/>
              <a:defRPr sz="1300"/>
            </a:lvl1pPr>
            <a:lvl2pPr marL="911144" indent="-338425">
              <a:buSzPts val="1300"/>
              <a:defRPr sz="1300"/>
            </a:lvl2pPr>
            <a:lvl3pPr marL="1340683" indent="-338425">
              <a:buSzPts val="1300"/>
              <a:defRPr sz="1300"/>
            </a:lvl3pPr>
            <a:lvl4pPr marL="1770223" indent="-338425">
              <a:buSzPts val="1300"/>
              <a:defRPr sz="1300"/>
            </a:lvl4pPr>
            <a:lvl5pPr marL="2199762" indent="-338425">
              <a:buSzPts val="1300"/>
              <a:defRPr sz="13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Google Shape;23;p5"/>
          <p:cNvSpPr txBox="1"/>
          <p:nvPr>
            <p:ph type="body" sz="half" idx="21"/>
          </p:nvPr>
        </p:nvSpPr>
        <p:spPr>
          <a:xfrm>
            <a:off x="5650708" y="1702108"/>
            <a:ext cx="4677018" cy="5045655"/>
          </a:xfrm>
          <a:prstGeom prst="rect">
            <a:avLst/>
          </a:prstGeom>
        </p:spPr>
        <p:txBody>
          <a:bodyPr/>
          <a:lstStyle/>
          <a:p>
            <a:pPr indent="-298290">
              <a:buSzPts val="1300"/>
              <a:defRPr sz="1300"/>
            </a:pP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 txBox="1"/>
          <p:nvPr>
            <p:ph type="title"/>
          </p:nvPr>
        </p:nvSpPr>
        <p:spPr>
          <a:xfrm>
            <a:off x="364484" y="820574"/>
            <a:ext cx="3283621" cy="1116267"/>
          </a:xfrm>
          <a:prstGeom prst="rect">
            <a:avLst/>
          </a:prstGeom>
        </p:spPr>
        <p:txBody>
          <a:bodyPr anchor="b"/>
          <a:lstStyle>
            <a:lvl1pPr>
              <a:defRPr sz="2200"/>
            </a:lvl1pPr>
          </a:lstStyle>
          <a:p>
            <a:pPr/>
            <a:r>
              <a:t>Title Text</a:t>
            </a:r>
          </a:p>
        </p:txBody>
      </p:sp>
      <p:sp>
        <p:nvSpPr>
          <p:cNvPr id="56" name="Body Level One…"/>
          <p:cNvSpPr txBox="1"/>
          <p:nvPr>
            <p:ph type="body" sz="quarter" idx="1"/>
          </p:nvPr>
        </p:nvSpPr>
        <p:spPr>
          <a:xfrm>
            <a:off x="364484" y="2052322"/>
            <a:ext cx="3283621" cy="4695672"/>
          </a:xfrm>
          <a:prstGeom prst="rect">
            <a:avLst/>
          </a:prstGeom>
        </p:spPr>
        <p:txBody>
          <a:bodyPr/>
          <a:lstStyle>
            <a:lvl1pPr indent="-286359">
              <a:buSzPts val="1100"/>
              <a:defRPr sz="1100"/>
            </a:lvl1pPr>
            <a:lvl2pPr marL="859078" indent="-286359">
              <a:buSzPts val="1100"/>
              <a:defRPr sz="1100"/>
            </a:lvl2pPr>
            <a:lvl3pPr marL="1288617" indent="-286359">
              <a:buSzPts val="1100"/>
              <a:defRPr sz="1100"/>
            </a:lvl3pPr>
            <a:lvl4pPr marL="1718157" indent="-286360">
              <a:buSzPts val="1100"/>
              <a:defRPr sz="1100"/>
            </a:lvl4pPr>
            <a:lvl5pPr marL="2147697" indent="-286360">
              <a:buSzPts val="1100"/>
              <a:defRPr sz="11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 txBox="1"/>
          <p:nvPr>
            <p:ph type="title"/>
          </p:nvPr>
        </p:nvSpPr>
        <p:spPr>
          <a:xfrm>
            <a:off x="573268" y="664833"/>
            <a:ext cx="7445987" cy="6041944"/>
          </a:xfrm>
          <a:prstGeom prst="rect">
            <a:avLst/>
          </a:prstGeom>
        </p:spPr>
        <p:txBody>
          <a:bodyPr anchor="ctr"/>
          <a:lstStyle>
            <a:lvl1pPr>
              <a:defRPr sz="4500"/>
            </a:lvl1pPr>
          </a:lstStyle>
          <a:p>
            <a:pPr/>
            <a:r>
              <a:t>Title Text</a:t>
            </a:r>
          </a:p>
        </p:txBody>
      </p:sp>
      <p:sp>
        <p:nvSpPr>
          <p:cNvPr id="65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36;p9"/>
          <p:cNvSpPr/>
          <p:nvPr/>
        </p:nvSpPr>
        <p:spPr>
          <a:xfrm>
            <a:off x="5346215" y="-186"/>
            <a:ext cx="5346215" cy="7596517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 sz="1300"/>
            </a:pPr>
          </a:p>
        </p:txBody>
      </p:sp>
      <p:sp>
        <p:nvSpPr>
          <p:cNvPr id="73" name="Title Text"/>
          <p:cNvSpPr txBox="1"/>
          <p:nvPr>
            <p:ph type="title"/>
          </p:nvPr>
        </p:nvSpPr>
        <p:spPr>
          <a:xfrm>
            <a:off x="310459" y="1821295"/>
            <a:ext cx="4730172" cy="2189123"/>
          </a:xfrm>
          <a:prstGeom prst="rect">
            <a:avLst/>
          </a:prstGeom>
        </p:spPr>
        <p:txBody>
          <a:bodyPr anchor="b"/>
          <a:lstStyle>
            <a:lvl1pPr algn="ctr">
              <a:defRPr sz="3900"/>
            </a:lvl1pPr>
          </a:lstStyle>
          <a:p>
            <a:pPr/>
            <a:r>
              <a:t>Title Text</a:t>
            </a:r>
          </a:p>
        </p:txBody>
      </p:sp>
      <p:sp>
        <p:nvSpPr>
          <p:cNvPr id="74" name="Body Level One…"/>
          <p:cNvSpPr txBox="1"/>
          <p:nvPr>
            <p:ph type="body" sz="quarter" idx="1"/>
          </p:nvPr>
        </p:nvSpPr>
        <p:spPr>
          <a:xfrm>
            <a:off x="310459" y="4139903"/>
            <a:ext cx="4730172" cy="1824069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19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19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19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19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19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Google Shape;39;p9"/>
          <p:cNvSpPr txBox="1"/>
          <p:nvPr>
            <p:ph type="body" sz="half" idx="21"/>
          </p:nvPr>
        </p:nvSpPr>
        <p:spPr>
          <a:xfrm>
            <a:off x="5775947" y="1069396"/>
            <a:ext cx="4486519" cy="5457133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 txBox="1"/>
          <p:nvPr>
            <p:ph type="body" sz="quarter" idx="1"/>
          </p:nvPr>
        </p:nvSpPr>
        <p:spPr>
          <a:xfrm>
            <a:off x="364483" y="6248201"/>
            <a:ext cx="7014603" cy="893797"/>
          </a:xfrm>
          <a:prstGeom prst="rect">
            <a:avLst/>
          </a:prstGeom>
        </p:spPr>
        <p:txBody>
          <a:bodyPr anchor="ctr"/>
          <a:lstStyle>
            <a:lvl1pPr marL="214770" indent="-1">
              <a:lnSpc>
                <a:spcPct val="100000"/>
              </a:lnSpc>
              <a:buClrTx/>
              <a:buSzTx/>
              <a:buFontTx/>
              <a:buNone/>
            </a:lvl1pPr>
            <a:lvl2pPr marL="1036515" indent="-439615">
              <a:lnSpc>
                <a:spcPct val="100000"/>
              </a:lnSpc>
              <a:buClrTx/>
              <a:buFontTx/>
            </a:lvl2pPr>
            <a:lvl3pPr marL="1493715" indent="-439615">
              <a:lnSpc>
                <a:spcPct val="100000"/>
              </a:lnSpc>
              <a:buClrTx/>
              <a:buFontTx/>
            </a:lvl3pPr>
            <a:lvl4pPr marL="1950915" indent="-439615">
              <a:lnSpc>
                <a:spcPct val="100000"/>
              </a:lnSpc>
              <a:buClrTx/>
              <a:buFontTx/>
            </a:lvl4pPr>
            <a:lvl5pPr marL="2408115" indent="-439615">
              <a:lnSpc>
                <a:spcPct val="100000"/>
              </a:lnSpc>
              <a:buClrTx/>
              <a:buFontTx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xx%"/>
          <p:cNvSpPr txBox="1"/>
          <p:nvPr>
            <p:ph type="title" hasCustomPrompt="1"/>
          </p:nvPr>
        </p:nvSpPr>
        <p:spPr>
          <a:xfrm>
            <a:off x="364484" y="1633653"/>
            <a:ext cx="9963622" cy="2899941"/>
          </a:xfrm>
          <a:prstGeom prst="rect">
            <a:avLst/>
          </a:prstGeom>
        </p:spPr>
        <p:txBody>
          <a:bodyPr anchor="b"/>
          <a:lstStyle>
            <a:lvl1pPr algn="ctr">
              <a:defRPr sz="11200"/>
            </a:lvl1pPr>
          </a:lstStyle>
          <a:p>
            <a:pPr/>
            <a:r>
              <a:t>xx%</a:t>
            </a:r>
          </a:p>
        </p:txBody>
      </p:sp>
      <p:sp>
        <p:nvSpPr>
          <p:cNvPr id="92" name="Body Level One…"/>
          <p:cNvSpPr txBox="1"/>
          <p:nvPr>
            <p:ph type="body" sz="half" idx="1"/>
          </p:nvPr>
        </p:nvSpPr>
        <p:spPr>
          <a:xfrm>
            <a:off x="364484" y="4655570"/>
            <a:ext cx="9963622" cy="1921135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64484" y="657263"/>
            <a:ext cx="9963622" cy="845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364484" y="1702109"/>
            <a:ext cx="9963622" cy="5045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91424" tIns="91424" rIns="91424" bIns="91424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0226027" y="7024718"/>
            <a:ext cx="322688" cy="306112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normAutofit fontScale="100000" lnSpcReduction="0"/>
          </a:bodyPr>
          <a:lstStyle>
            <a:lvl1pPr algn="r">
              <a:defRPr sz="9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Arial"/>
        </a:defRPr>
      </a:lvl9pPr>
    </p:titleStyle>
    <p:bodyStyle>
      <a:lvl1pPr marL="429538" marR="0" indent="-32215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1pPr>
      <a:lvl2pPr marL="973806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2pPr>
      <a:lvl3pPr marL="140334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3pPr>
      <a:lvl4pPr marL="1832885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4pPr>
      <a:lvl5pPr marL="2262424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5pPr>
      <a:lvl6pPr marL="269196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6pPr>
      <a:lvl7pPr marL="3121503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7pPr>
      <a:lvl8pPr marL="355104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8pPr>
      <a:lvl9pPr marL="3980582" marR="0" indent="-413018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b="0" baseline="0" cap="none" i="0" spc="0" strike="noStrike" sz="1800" u="none">
          <a:solidFill>
            <a:schemeClr val="accent2">
              <a:lumOff val="21764"/>
            </a:schemeClr>
          </a:solidFill>
          <a:uFillTx/>
          <a:latin typeface="+mj-lt"/>
          <a:ea typeface="+mj-ea"/>
          <a:cs typeface="+mj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" y="0"/>
            <a:ext cx="10691812" cy="7596189"/>
          </a:xfrm>
          <a:prstGeom prst="rect">
            <a:avLst/>
          </a:prstGeom>
          <a:ln w="12700">
            <a:miter lim="400000"/>
          </a:ln>
        </p:spPr>
      </p:pic>
      <p:sp>
        <p:nvSpPr>
          <p:cNvPr id="110" name="Google Shape;59;p13"/>
          <p:cNvSpPr txBox="1"/>
          <p:nvPr/>
        </p:nvSpPr>
        <p:spPr>
          <a:xfrm>
            <a:off x="652140" y="6732883"/>
            <a:ext cx="3087003" cy="3568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85892" tIns="85892" rIns="85892" bIns="85892">
            <a:spAutoFit/>
          </a:bodyPr>
          <a:lstStyle>
            <a:lvl1pPr>
              <a:defRPr sz="1300"/>
            </a:lvl1pPr>
          </a:lstStyle>
          <a:p>
            <a:pPr/>
            <a:r>
              <a:t>{id}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598146" y="1991336"/>
            <a:ext cx="9522249" cy="8936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pc="564" sz="5600">
                <a:solidFill>
                  <a:srgbClr val="15529F"/>
                </a:solidFill>
              </a:defRPr>
            </a:lvl1pPr>
          </a:lstStyle>
          <a:p>
            <a:pPr/>
            <a:r>
              <a:t>СЕРТИФИКАТ</a:t>
            </a:r>
          </a:p>
        </p:txBody>
      </p:sp>
      <p:sp>
        <p:nvSpPr>
          <p:cNvPr id="112" name="TextBox 5"/>
          <p:cNvSpPr txBox="1"/>
          <p:nvPr/>
        </p:nvSpPr>
        <p:spPr>
          <a:xfrm>
            <a:off x="4024115" y="4232586"/>
            <a:ext cx="2670310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1800">
                <a:solidFill>
                  <a:srgbClr val="253675"/>
                </a:solidFill>
              </a:defRPr>
            </a:lvl1pPr>
          </a:lstStyle>
          <a:p>
            <a:pPr/>
            <a:r>
              <a:t>қатысқанын растайды</a:t>
            </a:r>
          </a:p>
        </p:txBody>
      </p:sp>
      <p:sp>
        <p:nvSpPr>
          <p:cNvPr id="113" name="{qr}"/>
          <p:cNvSpPr txBox="1"/>
          <p:nvPr/>
        </p:nvSpPr>
        <p:spPr>
          <a:xfrm>
            <a:off x="616652" y="5842088"/>
            <a:ext cx="1152245" cy="84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5300"/>
            </a:lvl1pPr>
          </a:lstStyle>
          <a:p>
            <a:pPr/>
            <a:r>
              <a:t>{qr}</a:t>
            </a:r>
          </a:p>
        </p:txBody>
      </p:sp>
      <p:sp>
        <p:nvSpPr>
          <p:cNvPr id="114" name="{text}"/>
          <p:cNvSpPr txBox="1"/>
          <p:nvPr/>
        </p:nvSpPr>
        <p:spPr>
          <a:xfrm>
            <a:off x="1205237" y="2867171"/>
            <a:ext cx="8270226" cy="5170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500">
                <a:solidFill>
                  <a:srgbClr val="253675"/>
                </a:solidFill>
              </a:defRPr>
            </a:lvl1pPr>
          </a:lstStyle>
          <a:p>
            <a:pPr/>
            <a:r>
              <a:t>{text}</a:t>
            </a:r>
          </a:p>
        </p:txBody>
      </p:sp>
      <p:sp>
        <p:nvSpPr>
          <p:cNvPr id="115" name="{school}"/>
          <p:cNvSpPr txBox="1"/>
          <p:nvPr/>
        </p:nvSpPr>
        <p:spPr>
          <a:xfrm>
            <a:off x="684625" y="3234796"/>
            <a:ext cx="9349291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b="1" sz="1500">
                <a:solidFill>
                  <a:srgbClr val="253675"/>
                </a:solidFill>
              </a:defRPr>
            </a:lvl1pPr>
          </a:lstStyle>
          <a:p>
            <a:pPr/>
            <a:r>
              <a:t>{school}</a:t>
            </a:r>
          </a:p>
        </p:txBody>
      </p:sp>
      <p:sp>
        <p:nvSpPr>
          <p:cNvPr id="116" name="{class}"/>
          <p:cNvSpPr txBox="1"/>
          <p:nvPr/>
        </p:nvSpPr>
        <p:spPr>
          <a:xfrm>
            <a:off x="776189" y="3535904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class}</a:t>
            </a:r>
          </a:p>
        </p:txBody>
      </p:sp>
      <p:sp>
        <p:nvSpPr>
          <p:cNvPr id="117" name="{name}"/>
          <p:cNvSpPr txBox="1"/>
          <p:nvPr/>
        </p:nvSpPr>
        <p:spPr>
          <a:xfrm>
            <a:off x="776189" y="3884245"/>
            <a:ext cx="9128322" cy="3011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b="1" sz="1500">
                <a:solidFill>
                  <a:srgbClr val="253675"/>
                </a:solidFill>
              </a:defRPr>
            </a:pPr>
            <a:r>
              <a:t>{</a:t>
            </a:r>
            <a:r>
              <a:t>name}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