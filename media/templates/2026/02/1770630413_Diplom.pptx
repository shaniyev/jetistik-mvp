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0680700" cy="7594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64494" y="1099673"/>
            <a:ext cx="9963623" cy="3031675"/>
          </a:xfrm>
          <a:prstGeom prst="rect">
            <a:avLst/>
          </a:prstGeom>
        </p:spPr>
        <p:txBody>
          <a:bodyPr anchor="b"/>
          <a:lstStyle>
            <a:lvl1pPr algn="ctr"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64484" y="4185763"/>
            <a:ext cx="9963622" cy="1170829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6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6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6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6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364484" y="3176622"/>
            <a:ext cx="9963622" cy="1243177"/>
          </a:xfrm>
          <a:prstGeom prst="rect">
            <a:avLst/>
          </a:prstGeom>
        </p:spPr>
        <p:txBody>
          <a:bodyPr anchor="ctr"/>
          <a:lstStyle>
            <a:lvl1pPr algn="ctr">
              <a:defRPr sz="33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364481" y="1702109"/>
            <a:ext cx="4677018" cy="5045653"/>
          </a:xfrm>
          <a:prstGeom prst="rect">
            <a:avLst/>
          </a:prstGeom>
        </p:spPr>
        <p:txBody>
          <a:bodyPr/>
          <a:lstStyle>
            <a:lvl1pPr indent="-298290">
              <a:buSzPts val="1300"/>
              <a:defRPr sz="1300"/>
            </a:lvl1pPr>
            <a:lvl2pPr marL="911144" indent="-338425">
              <a:buSzPts val="1300"/>
              <a:defRPr sz="1300"/>
            </a:lvl2pPr>
            <a:lvl3pPr marL="1340683" indent="-338425">
              <a:buSzPts val="1300"/>
              <a:defRPr sz="1300"/>
            </a:lvl3pPr>
            <a:lvl4pPr marL="1770223" indent="-338425">
              <a:buSzPts val="1300"/>
              <a:defRPr sz="1300"/>
            </a:lvl4pPr>
            <a:lvl5pPr marL="2199762" indent="-338425">
              <a:buSzPts val="1300"/>
              <a:defRPr sz="13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5650708" y="1702108"/>
            <a:ext cx="4677017" cy="5045655"/>
          </a:xfrm>
          <a:prstGeom prst="rect">
            <a:avLst/>
          </a:prstGeom>
        </p:spPr>
        <p:txBody>
          <a:bodyPr/>
          <a:lstStyle/>
          <a:p>
            <a:pPr indent="-298290">
              <a:buSzPts val="1300"/>
              <a:defRPr sz="1300"/>
            </a:pP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364484" y="820574"/>
            <a:ext cx="3283621" cy="1116267"/>
          </a:xfrm>
          <a:prstGeom prst="rect">
            <a:avLst/>
          </a:prstGeom>
        </p:spPr>
        <p:txBody>
          <a:bodyPr anchor="b"/>
          <a:lstStyle>
            <a:lvl1pPr>
              <a:defRPr sz="22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364484" y="2052322"/>
            <a:ext cx="3283621" cy="4695672"/>
          </a:xfrm>
          <a:prstGeom prst="rect">
            <a:avLst/>
          </a:prstGeom>
        </p:spPr>
        <p:txBody>
          <a:bodyPr/>
          <a:lstStyle>
            <a:lvl1pPr indent="-286359">
              <a:buSzPts val="1100"/>
              <a:defRPr sz="1100"/>
            </a:lvl1pPr>
            <a:lvl2pPr marL="859078" indent="-286359">
              <a:buSzPts val="1100"/>
              <a:defRPr sz="1100"/>
            </a:lvl2pPr>
            <a:lvl3pPr marL="1288617" indent="-286359">
              <a:buSzPts val="1100"/>
              <a:defRPr sz="1100"/>
            </a:lvl3pPr>
            <a:lvl4pPr marL="1718157" indent="-286360">
              <a:buSzPts val="1100"/>
              <a:defRPr sz="1100"/>
            </a:lvl4pPr>
            <a:lvl5pPr marL="2147697" indent="-286360">
              <a:buSzPts val="1100"/>
              <a:defRPr sz="1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573268" y="664833"/>
            <a:ext cx="7445987" cy="6041944"/>
          </a:xfrm>
          <a:prstGeom prst="rect">
            <a:avLst/>
          </a:prstGeom>
        </p:spPr>
        <p:txBody>
          <a:bodyPr anchor="ctr"/>
          <a:lstStyle>
            <a:lvl1pPr>
              <a:defRPr sz="45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5346215" y="-186"/>
            <a:ext cx="5346215" cy="7596517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300"/>
            </a:pPr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310459" y="1821295"/>
            <a:ext cx="4730172" cy="2189123"/>
          </a:xfrm>
          <a:prstGeom prst="rect">
            <a:avLst/>
          </a:prstGeom>
        </p:spPr>
        <p:txBody>
          <a:bodyPr anchor="b"/>
          <a:lstStyle>
            <a:lvl1pPr algn="ctr">
              <a:defRPr sz="39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310459" y="4139903"/>
            <a:ext cx="4730172" cy="1824069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19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19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19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19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19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5775947" y="1069396"/>
            <a:ext cx="4486519" cy="5457133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/>
          </p:nvPr>
        </p:nvSpPr>
        <p:spPr>
          <a:xfrm>
            <a:off x="364483" y="6248201"/>
            <a:ext cx="7014603" cy="893797"/>
          </a:xfrm>
          <a:prstGeom prst="rect">
            <a:avLst/>
          </a:prstGeom>
        </p:spPr>
        <p:txBody>
          <a:bodyPr anchor="ctr"/>
          <a:lstStyle>
            <a:lvl1pPr marL="214770" indent="-1">
              <a:lnSpc>
                <a:spcPct val="100000"/>
              </a:lnSpc>
              <a:buClrTx/>
              <a:buSzTx/>
              <a:buFontTx/>
              <a:buNone/>
            </a:lvl1pPr>
            <a:lvl2pPr marL="1036515" indent="-439615">
              <a:lnSpc>
                <a:spcPct val="100000"/>
              </a:lnSpc>
              <a:buClrTx/>
              <a:buFontTx/>
            </a:lvl2pPr>
            <a:lvl3pPr marL="1493715" indent="-439615">
              <a:lnSpc>
                <a:spcPct val="100000"/>
              </a:lnSpc>
              <a:buClrTx/>
              <a:buFontTx/>
            </a:lvl3pPr>
            <a:lvl4pPr marL="1950915" indent="-439615">
              <a:lnSpc>
                <a:spcPct val="100000"/>
              </a:lnSpc>
              <a:buClrTx/>
              <a:buFontTx/>
            </a:lvl4pPr>
            <a:lvl5pPr marL="2408115" indent="-439615">
              <a:lnSpc>
                <a:spcPct val="100000"/>
              </a:lnSpc>
              <a:buClrTx/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64484" y="1633653"/>
            <a:ext cx="9963622" cy="2899941"/>
          </a:xfrm>
          <a:prstGeom prst="rect">
            <a:avLst/>
          </a:prstGeom>
        </p:spPr>
        <p:txBody>
          <a:bodyPr anchor="b"/>
          <a:lstStyle>
            <a:lvl1pPr algn="ctr">
              <a:defRPr sz="11200"/>
            </a:lvl1pPr>
          </a:lstStyle>
          <a:p>
            <a:pPr/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364484" y="4655570"/>
            <a:ext cx="9963622" cy="1921135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64484" y="657263"/>
            <a:ext cx="9963622" cy="845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64484" y="1702109"/>
            <a:ext cx="9963622" cy="5045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0226027" y="7024718"/>
            <a:ext cx="322688" cy="306112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9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29538" marR="0" indent="-32215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1pPr>
      <a:lvl2pPr marL="973806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2pPr>
      <a:lvl3pPr marL="1403345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3pPr>
      <a:lvl4pPr marL="1832885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4pPr>
      <a:lvl5pPr marL="2262424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5pPr>
      <a:lvl6pPr marL="2691963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6pPr>
      <a:lvl7pPr marL="3121503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7pPr>
      <a:lvl8pPr marL="3551042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8pPr>
      <a:lvl9pPr marL="3980582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0"/>
            <a:ext cx="10691812" cy="7596189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Google Shape;55;p13"/>
          <p:cNvSpPr txBox="1"/>
          <p:nvPr/>
        </p:nvSpPr>
        <p:spPr>
          <a:xfrm>
            <a:off x="2794523" y="1576736"/>
            <a:ext cx="5121666" cy="443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5892" tIns="85892" rIns="85892" bIns="85892">
            <a:spAutoFit/>
          </a:bodyPr>
          <a:lstStyle>
            <a:lvl1pPr algn="ctr">
              <a:defRPr b="1" sz="1900">
                <a:solidFill>
                  <a:srgbClr val="15529F"/>
                </a:solidFill>
              </a:defRPr>
            </a:lvl1pPr>
          </a:lstStyle>
          <a:p>
            <a:pPr/>
            <a:r>
              <a:t>{place}</a:t>
            </a:r>
          </a:p>
        </p:txBody>
      </p:sp>
      <p:sp>
        <p:nvSpPr>
          <p:cNvPr id="111" name="Google Shape;57;p13"/>
          <p:cNvSpPr txBox="1"/>
          <p:nvPr/>
        </p:nvSpPr>
        <p:spPr>
          <a:xfrm>
            <a:off x="757037" y="4185703"/>
            <a:ext cx="9255347" cy="381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5892" tIns="85892" rIns="85892" bIns="85892">
            <a:spAutoFit/>
          </a:bodyPr>
          <a:lstStyle>
            <a:lvl1pPr algn="ctr">
              <a:defRPr b="1" sz="1500">
                <a:solidFill>
                  <a:srgbClr val="253675"/>
                </a:solidFill>
              </a:defRPr>
            </a:lvl1pPr>
          </a:lstStyle>
          <a:p>
            <a:pPr/>
            <a:r>
              <a:t>{teacher}</a:t>
            </a:r>
          </a:p>
        </p:txBody>
      </p:sp>
      <p:sp>
        <p:nvSpPr>
          <p:cNvPr id="112" name="Google Shape;59;p13"/>
          <p:cNvSpPr txBox="1"/>
          <p:nvPr/>
        </p:nvSpPr>
        <p:spPr>
          <a:xfrm>
            <a:off x="634033" y="6732831"/>
            <a:ext cx="1943113" cy="356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5892" tIns="85892" rIns="85892" bIns="85892">
            <a:spAutoFit/>
          </a:bodyPr>
          <a:lstStyle>
            <a:lvl1pPr>
              <a:defRPr sz="1300"/>
            </a:lvl1pPr>
          </a:lstStyle>
          <a:p>
            <a:pPr/>
            <a:r>
              <a:t>{id}</a:t>
            </a:r>
          </a:p>
        </p:txBody>
      </p:sp>
      <p:sp>
        <p:nvSpPr>
          <p:cNvPr id="113" name="TextBox 3"/>
          <p:cNvSpPr txBox="1"/>
          <p:nvPr/>
        </p:nvSpPr>
        <p:spPr>
          <a:xfrm>
            <a:off x="2661077" y="1884451"/>
            <a:ext cx="5448628" cy="893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pc="564" sz="5600">
                <a:solidFill>
                  <a:srgbClr val="15529F"/>
                </a:solidFill>
              </a:defRPr>
            </a:lvl1pPr>
          </a:lstStyle>
          <a:p>
            <a:pPr/>
            <a:r>
              <a:t>{diplom}</a:t>
            </a:r>
          </a:p>
        </p:txBody>
      </p:sp>
      <p:sp>
        <p:nvSpPr>
          <p:cNvPr id="114" name="TextBox 4"/>
          <p:cNvSpPr txBox="1"/>
          <p:nvPr/>
        </p:nvSpPr>
        <p:spPr>
          <a:xfrm>
            <a:off x="4751075" y="4029676"/>
            <a:ext cx="1258228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253675"/>
                </a:solidFill>
              </a:defRPr>
            </a:pPr>
            <a:r>
              <a:t>және </a:t>
            </a:r>
            <a:r>
              <a:t>жетекш</a:t>
            </a:r>
            <a:r>
              <a:t>ісі</a:t>
            </a:r>
          </a:p>
        </p:txBody>
      </p:sp>
      <p:sp>
        <p:nvSpPr>
          <p:cNvPr id="115" name="TextBox 5"/>
          <p:cNvSpPr txBox="1"/>
          <p:nvPr/>
        </p:nvSpPr>
        <p:spPr>
          <a:xfrm>
            <a:off x="3727232" y="4417924"/>
            <a:ext cx="3168326" cy="474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600">
                <a:solidFill>
                  <a:srgbClr val="253675"/>
                </a:solidFill>
              </a:defRPr>
            </a:lvl1pPr>
          </a:lstStyle>
          <a:p>
            <a:pPr/>
            <a:r>
              <a:t>МАРАПАТТАЛАДЫ</a:t>
            </a:r>
          </a:p>
        </p:txBody>
      </p:sp>
      <p:sp>
        <p:nvSpPr>
          <p:cNvPr id="116" name="{text}"/>
          <p:cNvSpPr txBox="1"/>
          <p:nvPr/>
        </p:nvSpPr>
        <p:spPr>
          <a:xfrm>
            <a:off x="805455" y="2810797"/>
            <a:ext cx="9069790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solidFill>
                  <a:srgbClr val="253675"/>
                </a:solidFill>
              </a:defRPr>
            </a:lvl1pPr>
          </a:lstStyle>
          <a:p>
            <a:pPr/>
            <a:r>
              <a:t>{text}</a:t>
            </a:r>
          </a:p>
        </p:txBody>
      </p:sp>
      <p:sp>
        <p:nvSpPr>
          <p:cNvPr id="117" name="{nomination}"/>
          <p:cNvSpPr txBox="1"/>
          <p:nvPr/>
        </p:nvSpPr>
        <p:spPr>
          <a:xfrm>
            <a:off x="801900" y="3119221"/>
            <a:ext cx="9069790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solidFill>
                  <a:srgbClr val="253675"/>
                </a:solidFill>
              </a:defRPr>
            </a:lvl1pPr>
          </a:lstStyle>
          <a:p>
            <a:pPr/>
            <a:r>
              <a:t>{nomination}</a:t>
            </a:r>
          </a:p>
        </p:txBody>
      </p:sp>
      <p:sp>
        <p:nvSpPr>
          <p:cNvPr id="118" name="{school}"/>
          <p:cNvSpPr txBox="1"/>
          <p:nvPr/>
        </p:nvSpPr>
        <p:spPr>
          <a:xfrm>
            <a:off x="849815" y="3364900"/>
            <a:ext cx="9069790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500">
                <a:solidFill>
                  <a:srgbClr val="253675"/>
                </a:solidFill>
              </a:defRPr>
            </a:lvl1pPr>
          </a:lstStyle>
          <a:p>
            <a:pPr/>
            <a:r>
              <a:t>{school}</a:t>
            </a:r>
          </a:p>
        </p:txBody>
      </p:sp>
      <p:sp>
        <p:nvSpPr>
          <p:cNvPr id="119" name="{class}"/>
          <p:cNvSpPr txBox="1"/>
          <p:nvPr/>
        </p:nvSpPr>
        <p:spPr>
          <a:xfrm>
            <a:off x="849815" y="3590772"/>
            <a:ext cx="9069790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500">
                <a:solidFill>
                  <a:srgbClr val="253675"/>
                </a:solidFill>
              </a:defRPr>
            </a:lvl1pPr>
          </a:lstStyle>
          <a:p>
            <a:pPr/>
            <a:r>
              <a:t>{class}</a:t>
            </a:r>
          </a:p>
        </p:txBody>
      </p:sp>
      <p:sp>
        <p:nvSpPr>
          <p:cNvPr id="120" name="{name}"/>
          <p:cNvSpPr txBox="1"/>
          <p:nvPr/>
        </p:nvSpPr>
        <p:spPr>
          <a:xfrm>
            <a:off x="849815" y="3820254"/>
            <a:ext cx="9069790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500">
                <a:solidFill>
                  <a:srgbClr val="253675"/>
                </a:solidFill>
              </a:defRPr>
            </a:lvl1pPr>
          </a:lstStyle>
          <a:p>
            <a:pPr/>
            <a:r>
              <a:t>{name}</a:t>
            </a:r>
          </a:p>
        </p:txBody>
      </p:sp>
      <p:sp>
        <p:nvSpPr>
          <p:cNvPr id="121" name="Google Shape;59;p13"/>
          <p:cNvSpPr txBox="1"/>
          <p:nvPr/>
        </p:nvSpPr>
        <p:spPr>
          <a:xfrm>
            <a:off x="534973" y="5921591"/>
            <a:ext cx="1943113" cy="887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5892" tIns="85892" rIns="85892" bIns="85892">
            <a:spAutoFit/>
          </a:bodyPr>
          <a:lstStyle>
            <a:lvl1pPr>
              <a:defRPr sz="5000"/>
            </a:lvl1pPr>
          </a:lstStyle>
          <a:p>
            <a:pPr/>
            <a:r>
              <a:t>{QR}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