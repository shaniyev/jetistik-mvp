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7560000" cx="1044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747775"/>
          </p15:clr>
        </p15:guide>
        <p15:guide id="2" pos="328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2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61665" y="685800"/>
            <a:ext cx="4735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61665" y="685800"/>
            <a:ext cx="4735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5887" y="1094388"/>
            <a:ext cx="9728400" cy="301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5878" y="4165643"/>
            <a:ext cx="97284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5878" y="3161354"/>
            <a:ext cx="9728400" cy="123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5878" y="654105"/>
            <a:ext cx="9728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5878" y="1693927"/>
            <a:ext cx="9728400" cy="50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5878" y="654105"/>
            <a:ext cx="9728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5878" y="1693927"/>
            <a:ext cx="4566600" cy="50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517307" y="1693927"/>
            <a:ext cx="4566600" cy="50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5878" y="654105"/>
            <a:ext cx="9728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5878" y="816630"/>
            <a:ext cx="3206100" cy="11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5878" y="2042457"/>
            <a:ext cx="3206100" cy="46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9734" y="661638"/>
            <a:ext cx="7270200" cy="601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220000" y="-184"/>
            <a:ext cx="5220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03130" y="1812541"/>
            <a:ext cx="4618500" cy="217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03130" y="4120005"/>
            <a:ext cx="4618500" cy="18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639587" y="1064257"/>
            <a:ext cx="4380600" cy="54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5878" y="6218168"/>
            <a:ext cx="6849000" cy="88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5878" y="1625801"/>
            <a:ext cx="9728400" cy="28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5878" y="4633192"/>
            <a:ext cx="9728400" cy="19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5878" y="654105"/>
            <a:ext cx="9728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5878" y="1693927"/>
            <a:ext cx="97284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673279" y="6854072"/>
            <a:ext cx="626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440003" cy="7560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494200" y="1778625"/>
            <a:ext cx="545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chemeClr val="accent5"/>
                </a:solidFill>
              </a:rPr>
              <a:t>fplace</a:t>
            </a:r>
            <a:endParaRPr b="1" sz="2100">
              <a:solidFill>
                <a:schemeClr val="accent5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494200" y="3272100"/>
            <a:ext cx="5451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fnomination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fschool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fclass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fname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494200" y="4441800"/>
            <a:ext cx="5451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fteacher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221" y="5682175"/>
            <a:ext cx="1139478" cy="109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-89725" y="6781700"/>
            <a:ext cx="258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fid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