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7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5;p13"/>
          <p:cNvSpPr txBox="1"/>
          <p:nvPr/>
        </p:nvSpPr>
        <p:spPr>
          <a:xfrm>
            <a:off x="1622471" y="1335436"/>
            <a:ext cx="7428649" cy="4432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 algn="ctr">
              <a:defRPr b="1" sz="1900">
                <a:solidFill>
                  <a:srgbClr val="15529F"/>
                </a:solidFill>
              </a:defRPr>
            </a:lvl1pPr>
          </a:lstStyle>
          <a:p>
            <a:pPr/>
            <a:r>
              <a:t>{place}</a:t>
            </a:r>
          </a:p>
        </p:txBody>
      </p:sp>
      <p:sp>
        <p:nvSpPr>
          <p:cNvPr id="111" name="Google Shape;57;p13"/>
          <p:cNvSpPr txBox="1"/>
          <p:nvPr/>
        </p:nvSpPr>
        <p:spPr>
          <a:xfrm>
            <a:off x="757037" y="4096803"/>
            <a:ext cx="9255347" cy="381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{teacher}</a:t>
            </a:r>
          </a:p>
        </p:txBody>
      </p:sp>
      <p:sp>
        <p:nvSpPr>
          <p:cNvPr id="112" name="Google Shape;59;p13"/>
          <p:cNvSpPr txBox="1"/>
          <p:nvPr/>
        </p:nvSpPr>
        <p:spPr>
          <a:xfrm>
            <a:off x="634033" y="6732831"/>
            <a:ext cx="1943113" cy="3568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3" name="TextBox 3"/>
          <p:cNvSpPr txBox="1"/>
          <p:nvPr/>
        </p:nvSpPr>
        <p:spPr>
          <a:xfrm>
            <a:off x="2660396" y="1672131"/>
            <a:ext cx="544862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{diplom}</a:t>
            </a:r>
          </a:p>
        </p:txBody>
      </p:sp>
      <p:sp>
        <p:nvSpPr>
          <p:cNvPr id="114" name="TextBox 4"/>
          <p:cNvSpPr txBox="1"/>
          <p:nvPr/>
        </p:nvSpPr>
        <p:spPr>
          <a:xfrm>
            <a:off x="1217791" y="3909924"/>
            <a:ext cx="8333839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300">
                <a:solidFill>
                  <a:srgbClr val="253675"/>
                </a:solidFill>
              </a:defRPr>
            </a:pPr>
            <a:r>
              <a:t>және </a:t>
            </a:r>
            <a:r>
              <a:t>жетекш</a:t>
            </a:r>
            <a:r>
              <a:t>ісі</a:t>
            </a:r>
          </a:p>
        </p:txBody>
      </p:sp>
      <p:sp>
        <p:nvSpPr>
          <p:cNvPr id="115" name="TextBox 5"/>
          <p:cNvSpPr txBox="1"/>
          <p:nvPr/>
        </p:nvSpPr>
        <p:spPr>
          <a:xfrm>
            <a:off x="1065998" y="4382991"/>
            <a:ext cx="8574104" cy="47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2600">
                <a:solidFill>
                  <a:srgbClr val="253675"/>
                </a:solidFill>
              </a:defRPr>
            </a:lvl1pPr>
          </a:lstStyle>
          <a:p>
            <a:pPr/>
            <a:r>
              <a:t>МАРАПАТТАЛАДЫ</a:t>
            </a:r>
          </a:p>
        </p:txBody>
      </p:sp>
      <p:sp>
        <p:nvSpPr>
          <p:cNvPr id="116" name="{text}"/>
          <p:cNvSpPr txBox="1"/>
          <p:nvPr/>
        </p:nvSpPr>
        <p:spPr>
          <a:xfrm>
            <a:off x="849815" y="2572736"/>
            <a:ext cx="906979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{text}</a:t>
            </a:r>
          </a:p>
        </p:txBody>
      </p:sp>
      <p:sp>
        <p:nvSpPr>
          <p:cNvPr id="117" name="{nomination}"/>
          <p:cNvSpPr txBox="1"/>
          <p:nvPr/>
        </p:nvSpPr>
        <p:spPr>
          <a:xfrm>
            <a:off x="801900" y="2892618"/>
            <a:ext cx="906979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{nomination}</a:t>
            </a:r>
          </a:p>
        </p:txBody>
      </p:sp>
      <p:sp>
        <p:nvSpPr>
          <p:cNvPr id="118" name="{school}"/>
          <p:cNvSpPr txBox="1"/>
          <p:nvPr/>
        </p:nvSpPr>
        <p:spPr>
          <a:xfrm>
            <a:off x="849815" y="3174400"/>
            <a:ext cx="9069790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{school}</a:t>
            </a:r>
          </a:p>
        </p:txBody>
      </p:sp>
      <p:sp>
        <p:nvSpPr>
          <p:cNvPr id="119" name="{class}"/>
          <p:cNvSpPr txBox="1"/>
          <p:nvPr/>
        </p:nvSpPr>
        <p:spPr>
          <a:xfrm>
            <a:off x="849815" y="3425672"/>
            <a:ext cx="906979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{class}</a:t>
            </a:r>
          </a:p>
        </p:txBody>
      </p:sp>
      <p:sp>
        <p:nvSpPr>
          <p:cNvPr id="120" name="{name}"/>
          <p:cNvSpPr txBox="1"/>
          <p:nvPr/>
        </p:nvSpPr>
        <p:spPr>
          <a:xfrm>
            <a:off x="849815" y="3667854"/>
            <a:ext cx="9069790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{name}</a:t>
            </a:r>
          </a:p>
        </p:txBody>
      </p:sp>
      <p:sp>
        <p:nvSpPr>
          <p:cNvPr id="121" name="Google Shape;59;p13"/>
          <p:cNvSpPr txBox="1"/>
          <p:nvPr/>
        </p:nvSpPr>
        <p:spPr>
          <a:xfrm>
            <a:off x="534973" y="5921591"/>
            <a:ext cx="1943113" cy="8876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5000"/>
            </a:lvl1pPr>
          </a:lstStyle>
          <a:p>
            <a:pPr/>
            <a:r>
              <a:t>{QR}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