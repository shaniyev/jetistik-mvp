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0691813" cy="7596188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393" userDrawn="1">
          <p15:clr>
            <a:srgbClr val="747775"/>
          </p15:clr>
        </p15:guide>
        <p15:guide id="2" pos="3368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53675"/>
    <a:srgbClr val="1A3231"/>
    <a:srgbClr val="15529F"/>
    <a:srgbClr val="5355A1"/>
    <a:srgbClr val="3D3C60"/>
    <a:srgbClr val="158083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-2058" y="-384"/>
      </p:cViewPr>
      <p:guideLst>
        <p:guide orient="horz" pos="2393"/>
        <p:guide pos="3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016000" y="685800"/>
            <a:ext cx="48275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16000" y="685800"/>
            <a:ext cx="48275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64495" y="1099674"/>
            <a:ext cx="9963621" cy="303167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885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885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885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885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885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885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885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885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885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64484" y="4185763"/>
            <a:ext cx="9963621" cy="11708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3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3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3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3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3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3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3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3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31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9907168" y="6887177"/>
            <a:ext cx="641546" cy="58119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64484" y="3176623"/>
            <a:ext cx="9963621" cy="124317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382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382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382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382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382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382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382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382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382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9907168" y="6887177"/>
            <a:ext cx="641546" cy="58119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64484" y="657264"/>
            <a:ext cx="9963621" cy="8458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64484" y="1702109"/>
            <a:ext cx="9963621" cy="50456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29539" lvl="0" indent="-322155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859079" lvl="1" indent="-29829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288618" lvl="2" indent="-298291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718158" lvl="3" indent="-298291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147697" lvl="4" indent="-29829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577236" lvl="5" indent="-298291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006776" lvl="6" indent="-298291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436315" lvl="7" indent="-29829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865855" lvl="8" indent="-298291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9907168" y="6887177"/>
            <a:ext cx="641546" cy="58119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64484" y="657264"/>
            <a:ext cx="9963621" cy="8458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64482" y="1702109"/>
            <a:ext cx="4677016" cy="50456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29539" lvl="0" indent="-298291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315"/>
            </a:lvl1pPr>
            <a:lvl2pPr marL="859079" lvl="1" indent="-28636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127"/>
            </a:lvl2pPr>
            <a:lvl3pPr marL="1288618" lvl="2" indent="-28636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127"/>
            </a:lvl3pPr>
            <a:lvl4pPr marL="1718158" lvl="3" indent="-28636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127"/>
            </a:lvl4pPr>
            <a:lvl5pPr marL="2147697" lvl="4" indent="-28636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127"/>
            </a:lvl5pPr>
            <a:lvl6pPr marL="2577236" lvl="5" indent="-28636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127"/>
            </a:lvl6pPr>
            <a:lvl7pPr marL="3006776" lvl="6" indent="-28636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127"/>
            </a:lvl7pPr>
            <a:lvl8pPr marL="3436315" lvl="7" indent="-28636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127"/>
            </a:lvl8pPr>
            <a:lvl9pPr marL="3865855" lvl="8" indent="-28636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127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5650709" y="1702109"/>
            <a:ext cx="4677016" cy="50456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29539" lvl="0" indent="-298291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315"/>
            </a:lvl1pPr>
            <a:lvl2pPr marL="859079" lvl="1" indent="-28636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127"/>
            </a:lvl2pPr>
            <a:lvl3pPr marL="1288618" lvl="2" indent="-28636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127"/>
            </a:lvl3pPr>
            <a:lvl4pPr marL="1718158" lvl="3" indent="-28636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127"/>
            </a:lvl4pPr>
            <a:lvl5pPr marL="2147697" lvl="4" indent="-28636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127"/>
            </a:lvl5pPr>
            <a:lvl6pPr marL="2577236" lvl="5" indent="-28636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127"/>
            </a:lvl6pPr>
            <a:lvl7pPr marL="3006776" lvl="6" indent="-28636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127"/>
            </a:lvl7pPr>
            <a:lvl8pPr marL="3436315" lvl="7" indent="-28636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127"/>
            </a:lvl8pPr>
            <a:lvl9pPr marL="3865855" lvl="8" indent="-28636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127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9907168" y="6887177"/>
            <a:ext cx="641546" cy="58119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64484" y="657264"/>
            <a:ext cx="9963621" cy="8458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9907168" y="6887177"/>
            <a:ext cx="641546" cy="58119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64484" y="820574"/>
            <a:ext cx="3283620" cy="11162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255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255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255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255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255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255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255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255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255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64484" y="2052322"/>
            <a:ext cx="3283620" cy="46956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29539" lvl="0" indent="-28636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127"/>
            </a:lvl1pPr>
            <a:lvl2pPr marL="859079" lvl="1" indent="-28636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127"/>
            </a:lvl2pPr>
            <a:lvl3pPr marL="1288618" lvl="2" indent="-28636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127"/>
            </a:lvl3pPr>
            <a:lvl4pPr marL="1718158" lvl="3" indent="-28636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127"/>
            </a:lvl4pPr>
            <a:lvl5pPr marL="2147697" lvl="4" indent="-28636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127"/>
            </a:lvl5pPr>
            <a:lvl6pPr marL="2577236" lvl="5" indent="-28636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127"/>
            </a:lvl6pPr>
            <a:lvl7pPr marL="3006776" lvl="6" indent="-28636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127"/>
            </a:lvl7pPr>
            <a:lvl8pPr marL="3436315" lvl="7" indent="-28636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127"/>
            </a:lvl8pPr>
            <a:lvl9pPr marL="3865855" lvl="8" indent="-28636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127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9907168" y="6887177"/>
            <a:ext cx="641546" cy="58119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573269" y="664834"/>
            <a:ext cx="7445985" cy="60419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51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51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51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51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51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51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51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51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51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907168" y="6887177"/>
            <a:ext cx="641546" cy="58119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346215" y="-185"/>
            <a:ext cx="5346214" cy="759651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85892" tIns="85892" rIns="85892" bIns="85892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15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10460" y="1821295"/>
            <a:ext cx="4730170" cy="218912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946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946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946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946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946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946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946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946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946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10460" y="4139904"/>
            <a:ext cx="4730170" cy="18240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97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97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97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97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97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97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97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97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973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5775947" y="1069397"/>
            <a:ext cx="4486518" cy="545713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29539" lvl="0" indent="-322155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859079" lvl="1" indent="-29829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288618" lvl="2" indent="-298291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718158" lvl="3" indent="-298291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147697" lvl="4" indent="-29829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577236" lvl="5" indent="-298291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006776" lvl="6" indent="-298291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436315" lvl="7" indent="-29829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865855" lvl="8" indent="-298291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9907168" y="6887177"/>
            <a:ext cx="641546" cy="58119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64483" y="6248202"/>
            <a:ext cx="7014602" cy="89379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29539" lvl="0" indent="-2147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9907168" y="6887177"/>
            <a:ext cx="641546" cy="58119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64484" y="1633654"/>
            <a:ext cx="9963621" cy="28999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1274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1274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1274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1274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1274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1274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1274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1274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1274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64484" y="4655570"/>
            <a:ext cx="9963621" cy="19211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29539" lvl="0" indent="-322155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859079" lvl="1" indent="-29829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288618" lvl="2" indent="-298291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718158" lvl="3" indent="-298291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147697" lvl="4" indent="-29829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577236" lvl="5" indent="-298291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006776" lvl="6" indent="-298291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436315" lvl="7" indent="-29829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865855" lvl="8" indent="-298291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9907168" y="6887177"/>
            <a:ext cx="641546" cy="58119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9907168" y="6887177"/>
            <a:ext cx="641546" cy="58119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64484" y="657264"/>
            <a:ext cx="9963621" cy="845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64484" y="1702109"/>
            <a:ext cx="9963621" cy="5045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907168" y="6887177"/>
            <a:ext cx="641546" cy="58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940">
                <a:solidFill>
                  <a:schemeClr val="dk2"/>
                </a:solidFill>
              </a:defRPr>
            </a:lvl1pPr>
            <a:lvl2pPr lvl="1" algn="r">
              <a:buNone/>
              <a:defRPr sz="940">
                <a:solidFill>
                  <a:schemeClr val="dk2"/>
                </a:solidFill>
              </a:defRPr>
            </a:lvl2pPr>
            <a:lvl3pPr lvl="2" algn="r">
              <a:buNone/>
              <a:defRPr sz="940">
                <a:solidFill>
                  <a:schemeClr val="dk2"/>
                </a:solidFill>
              </a:defRPr>
            </a:lvl3pPr>
            <a:lvl4pPr lvl="3" algn="r">
              <a:buNone/>
              <a:defRPr sz="940">
                <a:solidFill>
                  <a:schemeClr val="dk2"/>
                </a:solidFill>
              </a:defRPr>
            </a:lvl4pPr>
            <a:lvl5pPr lvl="4" algn="r">
              <a:buNone/>
              <a:defRPr sz="940">
                <a:solidFill>
                  <a:schemeClr val="dk2"/>
                </a:solidFill>
              </a:defRPr>
            </a:lvl5pPr>
            <a:lvl6pPr lvl="5" algn="r">
              <a:buNone/>
              <a:defRPr sz="940">
                <a:solidFill>
                  <a:schemeClr val="dk2"/>
                </a:solidFill>
              </a:defRPr>
            </a:lvl6pPr>
            <a:lvl7pPr lvl="6" algn="r">
              <a:buNone/>
              <a:defRPr sz="940">
                <a:solidFill>
                  <a:schemeClr val="dk2"/>
                </a:solidFill>
              </a:defRPr>
            </a:lvl7pPr>
            <a:lvl8pPr lvl="7" algn="r">
              <a:buNone/>
              <a:defRPr sz="940">
                <a:solidFill>
                  <a:schemeClr val="dk2"/>
                </a:solidFill>
              </a:defRPr>
            </a:lvl8pPr>
            <a:lvl9pPr lvl="8" algn="r">
              <a:buNone/>
              <a:defRPr sz="94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C:\Users\Admin\Desktop\Диплом 2025 ок_Монтажная область 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" y="0"/>
            <a:ext cx="10691812" cy="7596188"/>
          </a:xfrm>
          <a:prstGeom prst="rect">
            <a:avLst/>
          </a:prstGeom>
          <a:noFill/>
        </p:spPr>
      </p:pic>
      <p:sp>
        <p:nvSpPr>
          <p:cNvPr id="56" name="Google Shape;56;p13"/>
          <p:cNvSpPr txBox="1"/>
          <p:nvPr/>
        </p:nvSpPr>
        <p:spPr>
          <a:xfrm>
            <a:off x="558140" y="3389004"/>
            <a:ext cx="9630889" cy="867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892" tIns="85892" rIns="85892" bIns="85892" anchor="t" anchorCtr="0">
            <a:spAutoFit/>
          </a:bodyPr>
          <a:lstStyle/>
          <a:p>
            <a:pPr algn="ctr"/>
            <a:r>
              <a:rPr lang="ru" sz="1503" b="1" dirty="0" smtClean="0">
                <a:solidFill>
                  <a:srgbClr val="253675"/>
                </a:solidFill>
                <a:latin typeface="+mn-lt"/>
              </a:rPr>
              <a:t>fschool</a:t>
            </a:r>
            <a:endParaRPr sz="1503" b="1" dirty="0">
              <a:solidFill>
                <a:srgbClr val="253675"/>
              </a:solidFill>
              <a:latin typeface="+mn-lt"/>
            </a:endParaRPr>
          </a:p>
          <a:p>
            <a:pPr algn="ctr"/>
            <a:r>
              <a:rPr lang="ru" sz="1503" b="1" dirty="0">
                <a:solidFill>
                  <a:srgbClr val="253675"/>
                </a:solidFill>
                <a:latin typeface="+mn-lt"/>
              </a:rPr>
              <a:t>fclass</a:t>
            </a:r>
            <a:endParaRPr sz="1503" b="1" dirty="0">
              <a:solidFill>
                <a:srgbClr val="253675"/>
              </a:solidFill>
              <a:latin typeface="+mn-lt"/>
            </a:endParaRPr>
          </a:p>
          <a:p>
            <a:pPr algn="ctr"/>
            <a:r>
              <a:rPr lang="en-US" sz="1503" b="1" dirty="0" err="1">
                <a:solidFill>
                  <a:srgbClr val="253675"/>
                </a:solidFill>
                <a:latin typeface="+mn-lt"/>
              </a:rPr>
              <a:t>fname</a:t>
            </a:r>
            <a:endParaRPr lang="en-US" sz="1503" b="1" dirty="0">
              <a:solidFill>
                <a:srgbClr val="253675"/>
              </a:solidFill>
              <a:latin typeface="+mn-lt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941" y="5783560"/>
            <a:ext cx="1070516" cy="1032981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558723" y="6743263"/>
            <a:ext cx="3087002" cy="37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892" tIns="85892" rIns="85892" bIns="85892" anchor="t" anchorCtr="0">
            <a:spAutoFit/>
          </a:bodyPr>
          <a:lstStyle/>
          <a:p>
            <a:r>
              <a:rPr lang="ru" sz="1300" dirty="0">
                <a:solidFill>
                  <a:schemeClr val="dk1"/>
                </a:solidFill>
              </a:rPr>
              <a:t>fid</a:t>
            </a:r>
            <a:endParaRPr sz="1300" dirty="0">
              <a:solidFill>
                <a:schemeClr val="dk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76D3BC73-8DB9-EF62-DB5D-C57BE5FA7D95}"/>
              </a:ext>
            </a:extLst>
          </p:cNvPr>
          <p:cNvSpPr txBox="1"/>
          <p:nvPr/>
        </p:nvSpPr>
        <p:spPr>
          <a:xfrm>
            <a:off x="2453412" y="1991336"/>
            <a:ext cx="5896486" cy="9598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k-KZ" sz="5637" b="1" spc="564" dirty="0" smtClean="0">
                <a:solidFill>
                  <a:srgbClr val="15529F"/>
                </a:solidFill>
              </a:rPr>
              <a:t>СЕРТИФИКАТ</a:t>
            </a:r>
            <a:endParaRPr lang="x-none" sz="5637" b="1" spc="564" dirty="0">
              <a:solidFill>
                <a:srgbClr val="15529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A152786-302D-7C1A-0B68-3BF55C53FFD1}"/>
              </a:ext>
            </a:extLst>
          </p:cNvPr>
          <p:cNvSpPr txBox="1"/>
          <p:nvPr/>
        </p:nvSpPr>
        <p:spPr>
          <a:xfrm>
            <a:off x="3978396" y="4145038"/>
            <a:ext cx="2776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k-KZ" sz="1800" b="1" dirty="0" smtClean="0">
                <a:solidFill>
                  <a:srgbClr val="253675"/>
                </a:solidFill>
              </a:rPr>
              <a:t>қатысқанын растайды</a:t>
            </a:r>
            <a:endParaRPr lang="x-none" sz="1800" b="1" dirty="0">
              <a:solidFill>
                <a:srgbClr val="253675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15045" y="2968826"/>
            <a:ext cx="7445829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 err="1" smtClean="0">
                <a:solidFill>
                  <a:srgbClr val="253675"/>
                </a:solidFill>
              </a:rPr>
              <a:t>ftext</a:t>
            </a:r>
            <a:endParaRPr lang="en-US" sz="1500" dirty="0" smtClean="0">
              <a:solidFill>
                <a:srgbClr val="253675"/>
              </a:solidFill>
            </a:endParaRPr>
          </a:p>
          <a:p>
            <a:pPr algn="ctr"/>
            <a:endParaRPr lang="kk-KZ" dirty="0" smtClean="0">
              <a:solidFill>
                <a:srgbClr val="253675"/>
              </a:solidFill>
            </a:endParaRPr>
          </a:p>
          <a:p>
            <a:pPr algn="ctr"/>
            <a:endParaRPr lang="en-US" dirty="0" smtClean="0">
              <a:solidFill>
                <a:srgbClr val="253675"/>
              </a:solidFill>
            </a:endParaRPr>
          </a:p>
          <a:p>
            <a:pPr algn="ctr"/>
            <a:endParaRPr lang="ru-RU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8</Words>
  <Application>Microsoft Office PowerPoint</Application>
  <PresentationFormat>Произвольный</PresentationFormat>
  <Paragraphs>8</Paragraphs>
  <Slides>1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Simple Light</vt:lpstr>
      <vt:lpstr>Слайд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Admin</cp:lastModifiedBy>
  <cp:revision>31</cp:revision>
  <dcterms:modified xsi:type="dcterms:W3CDTF">2025-12-25T11:17:56Z</dcterms:modified>
</cp:coreProperties>
</file>