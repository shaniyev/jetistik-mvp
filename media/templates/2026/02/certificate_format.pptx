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6;p13"/>
          <p:cNvSpPr txBox="1"/>
          <p:nvPr/>
        </p:nvSpPr>
        <p:spPr>
          <a:xfrm>
            <a:off x="543825" y="3000447"/>
            <a:ext cx="9630890" cy="102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/>
          <a:p>
            <a:pPr algn="ctr">
              <a:defRPr sz="1500">
                <a:solidFill>
                  <a:srgbClr val="253675"/>
                </a:solidFill>
              </a:defRPr>
            </a:pPr>
            <a:r>
              <a:t>{text}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{school}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class}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name}</a:t>
            </a:r>
          </a:p>
        </p:txBody>
      </p:sp>
      <p:sp>
        <p:nvSpPr>
          <p:cNvPr id="111" name="Google Shape;59;p13"/>
          <p:cNvSpPr txBox="1"/>
          <p:nvPr/>
        </p:nvSpPr>
        <p:spPr>
          <a:xfrm>
            <a:off x="558722" y="6743262"/>
            <a:ext cx="3087004" cy="356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2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3" name="TextBox 5"/>
          <p:cNvSpPr txBox="1"/>
          <p:nvPr/>
        </p:nvSpPr>
        <p:spPr>
          <a:xfrm>
            <a:off x="4024115" y="4145038"/>
            <a:ext cx="267031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4" name="{qr}"/>
          <p:cNvSpPr txBox="1"/>
          <p:nvPr/>
        </p:nvSpPr>
        <p:spPr>
          <a:xfrm>
            <a:off x="492096" y="5935505"/>
            <a:ext cx="1092918" cy="80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000"/>
            </a:lvl1pPr>
          </a:lstStyle>
          <a:p>
            <a:pPr/>
            <a:r>
              <a:t>{qr}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