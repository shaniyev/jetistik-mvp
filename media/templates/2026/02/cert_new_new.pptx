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8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9;p13"/>
          <p:cNvSpPr txBox="1"/>
          <p:nvPr/>
        </p:nvSpPr>
        <p:spPr>
          <a:xfrm>
            <a:off x="652140" y="6732883"/>
            <a:ext cx="3087003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4024115" y="4232586"/>
            <a:ext cx="267031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3" name="{qr}"/>
          <p:cNvSpPr txBox="1"/>
          <p:nvPr/>
        </p:nvSpPr>
        <p:spPr>
          <a:xfrm>
            <a:off x="616652" y="5842088"/>
            <a:ext cx="1152245" cy="84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300"/>
            </a:lvl1pPr>
          </a:lstStyle>
          <a:p>
            <a:pPr/>
            <a:r>
              <a:t>{qr}</a:t>
            </a:r>
          </a:p>
        </p:txBody>
      </p:sp>
      <p:sp>
        <p:nvSpPr>
          <p:cNvPr id="114" name="{text}"/>
          <p:cNvSpPr txBox="1"/>
          <p:nvPr/>
        </p:nvSpPr>
        <p:spPr>
          <a:xfrm>
            <a:off x="1205237" y="2867171"/>
            <a:ext cx="8270226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{text}</a:t>
            </a:r>
          </a:p>
        </p:txBody>
      </p:sp>
      <p:sp>
        <p:nvSpPr>
          <p:cNvPr id="115" name="{school}"/>
          <p:cNvSpPr txBox="1"/>
          <p:nvPr/>
        </p:nvSpPr>
        <p:spPr>
          <a:xfrm>
            <a:off x="684625" y="3408244"/>
            <a:ext cx="934929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{school}</a:t>
            </a:r>
          </a:p>
        </p:txBody>
      </p:sp>
      <p:sp>
        <p:nvSpPr>
          <p:cNvPr id="116" name="{class}"/>
          <p:cNvSpPr txBox="1"/>
          <p:nvPr/>
        </p:nvSpPr>
        <p:spPr>
          <a:xfrm>
            <a:off x="776189" y="3675604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class}</a:t>
            </a:r>
          </a:p>
        </p:txBody>
      </p:sp>
      <p:sp>
        <p:nvSpPr>
          <p:cNvPr id="117" name="{name}"/>
          <p:cNvSpPr txBox="1"/>
          <p:nvPr/>
        </p:nvSpPr>
        <p:spPr>
          <a:xfrm>
            <a:off x="776189" y="3973145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name}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