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СЕРТИФИКАТ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Имя: fname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Школа: fschool  Класс: fclass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Место: fplace  Учитель: fteacher  Номинация: fnomination  ID: fid</a:t>
            </a:r>
          </a:p>
        </p:txBody>
      </p:sp>
      <p:sp>
        <p:nvSpPr>
          <p:cNvPr id="6" name="QR"/>
          <p:cNvSpPr/>
          <p:nvPr/>
        </p:nvSpPr>
        <p:spPr>
          <a:xfrm>
            <a:off x="7315200" y="3657600"/>
            <a:ext cx="13716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